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140758870" r:id="rId2"/>
    <p:sldId id="2140758871" r:id="rId3"/>
    <p:sldId id="2140758887" r:id="rId4"/>
    <p:sldId id="21407588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04861-ABE5-4813-8EAC-E6AA66FF1FB8}" v="1" dt="2026-04-19T16:52:09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n Varghese" userId="5800bf1e-55c1-49f4-96ba-236a6a0b6f01" providerId="ADAL" clId="{D87EB4BD-85F1-40C6-9207-E19066BCD69F}"/>
    <pc:docChg chg="custSel addSld delSld modSld">
      <pc:chgData name="Sherin Varghese" userId="5800bf1e-55c1-49f4-96ba-236a6a0b6f01" providerId="ADAL" clId="{D87EB4BD-85F1-40C6-9207-E19066BCD69F}" dt="2026-04-19T16:52:25.473" v="9" actId="47"/>
      <pc:docMkLst>
        <pc:docMk/>
      </pc:docMkLst>
      <pc:sldChg chg="add del">
        <pc:chgData name="Sherin Varghese" userId="5800bf1e-55c1-49f4-96ba-236a6a0b6f01" providerId="ADAL" clId="{D87EB4BD-85F1-40C6-9207-E19066BCD69F}" dt="2026-04-19T16:52:25.473" v="9" actId="47"/>
        <pc:sldMkLst>
          <pc:docMk/>
          <pc:sldMk cId="1010013119" sldId="2140758643"/>
        </pc:sldMkLst>
      </pc:sldChg>
      <pc:sldChg chg="addSp delSp modSp add mod delAnim modAnim">
        <pc:chgData name="Sherin Varghese" userId="5800bf1e-55c1-49f4-96ba-236a6a0b6f01" providerId="ADAL" clId="{D87EB4BD-85F1-40C6-9207-E19066BCD69F}" dt="2026-04-19T16:52:23.195" v="8" actId="1076"/>
        <pc:sldMkLst>
          <pc:docMk/>
          <pc:sldMk cId="2330945798" sldId="2140758870"/>
        </pc:sldMkLst>
        <pc:picChg chg="del">
          <ac:chgData name="Sherin Varghese" userId="5800bf1e-55c1-49f4-96ba-236a6a0b6f01" providerId="ADAL" clId="{D87EB4BD-85F1-40C6-9207-E19066BCD69F}" dt="2026-04-19T16:52:02.559" v="1" actId="478"/>
          <ac:picMkLst>
            <pc:docMk/>
            <pc:sldMk cId="2330945798" sldId="2140758870"/>
            <ac:picMk id="3" creationId="{25F9F33F-3BBE-783F-F88E-09CD53DC4F0B}"/>
          </ac:picMkLst>
        </pc:picChg>
        <pc:picChg chg="add mod">
          <ac:chgData name="Sherin Varghese" userId="5800bf1e-55c1-49f4-96ba-236a6a0b6f01" providerId="ADAL" clId="{D87EB4BD-85F1-40C6-9207-E19066BCD69F}" dt="2026-04-19T16:52:23.195" v="8" actId="1076"/>
          <ac:picMkLst>
            <pc:docMk/>
            <pc:sldMk cId="2330945798" sldId="2140758870"/>
            <ac:picMk id="14" creationId="{E9428627-5F5E-A983-A8D4-B1AE8B3425B0}"/>
          </ac:picMkLst>
        </pc:picChg>
      </pc:sldChg>
      <pc:sldChg chg="add">
        <pc:chgData name="Sherin Varghese" userId="5800bf1e-55c1-49f4-96ba-236a6a0b6f01" providerId="ADAL" clId="{D87EB4BD-85F1-40C6-9207-E19066BCD69F}" dt="2026-04-19T16:51:52.656" v="0"/>
        <pc:sldMkLst>
          <pc:docMk/>
          <pc:sldMk cId="2276896369" sldId="2140758871"/>
        </pc:sldMkLst>
      </pc:sldChg>
      <pc:sldChg chg="add">
        <pc:chgData name="Sherin Varghese" userId="5800bf1e-55c1-49f4-96ba-236a6a0b6f01" providerId="ADAL" clId="{D87EB4BD-85F1-40C6-9207-E19066BCD69F}" dt="2026-04-19T16:51:52.656" v="0"/>
        <pc:sldMkLst>
          <pc:docMk/>
          <pc:sldMk cId="589873854" sldId="2140758886"/>
        </pc:sldMkLst>
      </pc:sldChg>
      <pc:sldChg chg="add">
        <pc:chgData name="Sherin Varghese" userId="5800bf1e-55c1-49f4-96ba-236a6a0b6f01" providerId="ADAL" clId="{D87EB4BD-85F1-40C6-9207-E19066BCD69F}" dt="2026-04-19T16:51:52.656" v="0"/>
        <pc:sldMkLst>
          <pc:docMk/>
          <pc:sldMk cId="3491847691" sldId="21407588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78457-AC2C-4BC0-9EDC-4DF149D59F7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E92A1-4B96-490B-AF66-C08EE6963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51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7683-5C84-14DF-DD0A-7C7C51D6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A2232-F420-0383-1930-50A7FAB4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022FD-7021-35F4-AD95-E1EE20878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A2541-DD31-C7A6-F412-0F576019D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51875-04F3-429F-B161-3A525B2B1B1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81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489E-372C-000C-A38D-C9F3A7F4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7E324-A4BE-B393-901D-82EAB0B40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B37ED-4922-C8F3-F643-1039D92E7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85C98-3819-22A9-1FF3-642C8A858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51875-04F3-429F-B161-3A525B2B1B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862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33D5-DBBA-1506-EEFB-4691FECD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D5F84-DF19-095F-B7E8-68DAA0C77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A3D49-6DBB-BAE4-1CCC-8C4FEDA5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3678F-C0A0-6305-6380-3A6892CB5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51875-04F3-429F-B161-3A525B2B1B1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188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8F32-5586-8F0A-37F5-FF25ED43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B6875-9B66-8939-1C4C-B9EABE10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00D76-5881-94F2-9C23-BE5703EC6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6928B-DCC4-5F82-4136-90E9AD130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51875-04F3-429F-B161-3A525B2B1B1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43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7DD8-2F18-BC18-B067-36A2257B6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4A1F0-0B14-5A49-86AA-E74D82184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EF9A-6B48-6577-EBB8-8D63F5D5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C169A-7708-198F-5923-EEA2E158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CD7AE-98DD-9402-4EDF-868E5550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9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32EA-1C8E-512C-0C88-FA01FF00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E970-C5D7-CE4C-5336-8BDFB520F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9E928-0D3C-731C-E6A9-83E0516B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C1D5F-8B31-31DC-F941-39CB93827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59B7F-6AB2-83CD-7E85-A4345CBB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76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C4A4-A49C-D7C0-C2A7-AC8CEE6C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8153A-20BD-96C7-9C6A-B6C9FABC1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9252-F0C3-7E81-22CF-B432F94E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0104-BF78-89B3-91D9-0B1D7EAC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E21B-0063-F7F0-D64E-3BB91A19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6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8B81-EE1D-C4DE-ED7A-9242094E3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1D9F2-4D99-9CBE-A155-816614CC0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B070A-8A8A-7C7D-36F2-7D0A9E7BB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623A1-88CB-FE96-D3D1-96CAB5E4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B4D9C-DF7C-ECF7-4359-578D95FF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FFA7-C03B-A703-7816-C3A35712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9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BF64-0019-52BE-D3B1-15CFEDF5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A3A5B-1CC1-FD11-4371-690D8C7D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DA16E-94F0-3B5D-E283-F0AB6EE47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7E06D-4677-ADD7-8B68-9B97BB4AD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E1C1E-EFDE-B2E0-93D3-614B77F8A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BB6658-9304-7F72-90AE-EEAACDF1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440D9-2573-E424-2679-AF9F98AC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2B182-CC49-1D84-D371-ECBB5BC8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8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2B9C-F81A-862D-74A4-51F1D0E8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F6117-F4A8-3876-98C2-DACE01A1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123B5-961E-5A3C-759D-54A2BFBC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A6D46-1647-476E-7D00-2D3A55B2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1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0EE8A-79E8-3B51-E29B-92C22030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FB3B0-B615-EFC2-5C7D-AD18320B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1DF50-1010-2F3B-BBCB-63A0CCD4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5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4997-63F2-3BB9-2D84-5D6532BB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CEBED-C140-6A12-122C-D883586A1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EB3DF-A0B4-9F9E-33C9-D4FB6A667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BC646-5978-3415-3073-71C96BFC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582C8-C158-C30D-2AEE-A3E6251C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067F6-4857-3996-9CF2-1EAA72EB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84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C31A-DDE6-E213-126E-002A7487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0A3EB-7B06-7410-3F13-CCBF3878C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2A8A9-C8A8-7C65-799C-C684832FA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6A9A3-F8BC-5C79-A0BC-02AD810F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8F3EC-15D7-E34A-9218-B73384DE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F52AE-1511-2AAB-52E3-7C7FF088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83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974F-1F7F-0F8E-9784-AD7925F5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42C28-2873-D43A-E843-80E0603E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EF37-69F4-9FF7-2CFF-9F2217BE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94617-240B-7076-7FA4-B3370FCA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74334-6DC6-DC62-A6FC-4A13A5FF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69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EA22E-9658-487F-061F-E806B99BC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08A70-8A59-3624-A25B-4FD26C165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854A-1072-0D9F-05CC-5D907747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82B90-56C3-0B9B-1B01-AE92968D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0DFD-8D6D-BE27-DA42-D62499BA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2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2708" y="195265"/>
            <a:ext cx="10074309" cy="766530"/>
          </a:xfrm>
        </p:spPr>
        <p:txBody>
          <a:bodyPr vert="horz" lIns="0" tIns="0" rIns="0" bIns="0" rtlCol="0" anchor="b">
            <a:noAutofit/>
          </a:bodyPr>
          <a:lstStyle>
            <a:lvl1pPr marL="0" algn="l">
              <a:defRPr lang="en-US" sz="280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algn="l"/>
            <a:r>
              <a:rPr lang="en-US"/>
              <a:t>&lt; Table of Content 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143001"/>
            <a:ext cx="110441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6C5E9-8A5F-47FF-A332-771E0E352E4E}"/>
              </a:ext>
            </a:extLst>
          </p:cNvPr>
          <p:cNvSpPr txBox="1"/>
          <p:nvPr/>
        </p:nvSpPr>
        <p:spPr>
          <a:xfrm>
            <a:off x="9144000" y="152400"/>
            <a:ext cx="1229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tx2"/>
                </a:solidFill>
                <a:latin typeface="Bell MT" panose="02020503060305020303" pitchFamily="18" charset="77"/>
                <a:ea typeface="Verdana" panose="020B0604030504040204" pitchFamily="34" charset="0"/>
                <a:cs typeface="Verdana" panose="020B0604030504040204" pitchFamily="34" charset="0"/>
              </a:rPr>
              <a:t>CONSOLIDATION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B0599-A093-4AD2-ADC7-F0BE73CF62AD}"/>
              </a:ext>
            </a:extLst>
          </p:cNvPr>
          <p:cNvSpPr txBox="1"/>
          <p:nvPr/>
        </p:nvSpPr>
        <p:spPr>
          <a:xfrm>
            <a:off x="9144000" y="299342"/>
            <a:ext cx="1229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tx2"/>
                </a:solidFill>
                <a:latin typeface="Bell MT" panose="02020503060305020303" pitchFamily="18" charset="77"/>
                <a:ea typeface="Verdana" panose="020B0604030504040204" pitchFamily="34" charset="0"/>
                <a:cs typeface="Verdana" panose="020B0604030504040204" pitchFamily="34" charset="0"/>
              </a:rPr>
              <a:t>REVENUE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BCA3D-AB36-4F5F-B467-F6CF8CF3E203}"/>
              </a:ext>
            </a:extLst>
          </p:cNvPr>
          <p:cNvSpPr txBox="1"/>
          <p:nvPr/>
        </p:nvSpPr>
        <p:spPr>
          <a:xfrm>
            <a:off x="9144000" y="451742"/>
            <a:ext cx="1229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tx2"/>
                </a:solidFill>
                <a:latin typeface="Bell MT" panose="02020503060305020303" pitchFamily="18" charset="77"/>
                <a:ea typeface="Verdana" panose="020B0604030504040204" pitchFamily="34" charset="0"/>
                <a:cs typeface="Verdana" panose="020B0604030504040204" pitchFamily="34" charset="0"/>
              </a:rPr>
              <a:t>PROFITABILITY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B60FA-A26C-4B7C-9512-D7CAF6DA35EC}"/>
              </a:ext>
            </a:extLst>
          </p:cNvPr>
          <p:cNvSpPr txBox="1"/>
          <p:nvPr/>
        </p:nvSpPr>
        <p:spPr>
          <a:xfrm>
            <a:off x="9144000" y="604142"/>
            <a:ext cx="12294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tx2"/>
                </a:solidFill>
                <a:latin typeface="Bell MT" panose="02020503060305020303" pitchFamily="18" charset="77"/>
                <a:ea typeface="Verdana" panose="020B0604030504040204" pitchFamily="34" charset="0"/>
                <a:cs typeface="Verdana" panose="020B0604030504040204" pitchFamily="34" charset="0"/>
              </a:rPr>
              <a:t>CASHFLOW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4D218E-2C63-4322-9FFB-097303E8D4F6}"/>
              </a:ext>
            </a:extLst>
          </p:cNvPr>
          <p:cNvCxnSpPr/>
          <p:nvPr/>
        </p:nvCxnSpPr>
        <p:spPr>
          <a:xfrm>
            <a:off x="10258270" y="195346"/>
            <a:ext cx="0" cy="57682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C0540A2-6CB7-4495-8907-D2CFDD8150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955" y="60817"/>
            <a:ext cx="1611153" cy="858114"/>
          </a:xfrm>
          <a:prstGeom prst="rect">
            <a:avLst/>
          </a:prstGeom>
        </p:spPr>
      </p:pic>
      <p:cxnSp>
        <p:nvCxnSpPr>
          <p:cNvPr id="12" name="iBar:32/111">
            <a:extLst>
              <a:ext uri="{FF2B5EF4-FFF2-40B4-BE49-F238E27FC236}">
                <a16:creationId xmlns:a16="http://schemas.microsoft.com/office/drawing/2014/main" id="{6B078475-A7E9-4F7E-9F96-4AAD978868B5}"/>
              </a:ext>
            </a:extLst>
          </p:cNvPr>
          <p:cNvCxnSpPr>
            <a:cxnSpLocks/>
          </p:cNvCxnSpPr>
          <p:nvPr/>
        </p:nvCxnSpPr>
        <p:spPr bwMode="auto">
          <a:xfrm>
            <a:off x="375138" y="980728"/>
            <a:ext cx="11512062" cy="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69382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">
          <p15:clr>
            <a:srgbClr val="FBAE40"/>
          </p15:clr>
        </p15:guide>
        <p15:guide id="3" pos="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F70A3-AAB2-3337-8551-C5F2CF8E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7EA0A-F89B-E182-68AA-745C05F3C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E1A56-E229-6F66-CC49-606656C90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8B83A-08AC-4210-9FD1-8CF81FE9AAB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B577-A86D-F7A1-7D3A-ECCFF9736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6DB7-74C4-1082-BD89-6D1FEC4DB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54010-441C-43CC-8C9C-2C13FBCC9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8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F0B7-8CB7-413E-58B0-4BFF09E4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6953-3EE9-3361-F183-4753184B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50" y="306038"/>
            <a:ext cx="10074309" cy="666083"/>
          </a:xfrm>
        </p:spPr>
        <p:txBody>
          <a:bodyPr lIns="0" tIns="0" rIns="0" bIns="0" anchor="b"/>
          <a:lstStyle/>
          <a:p>
            <a:pPr fontAlgn="t"/>
            <a:r>
              <a:rPr lang="en-US" sz="3200" b="1" dirty="0">
                <a:solidFill>
                  <a:srgbClr val="000000"/>
                </a:solidFill>
                <a:latin typeface="+mj-lt"/>
                <a:cs typeface="+mj-cs"/>
              </a:rPr>
              <a:t>Web App | UI</a:t>
            </a:r>
            <a:endParaRPr lang="en-IN" sz="3200" b="1" dirty="0">
              <a:solidFill>
                <a:srgbClr val="000000"/>
              </a:solidFill>
              <a:latin typeface="+mj-lt"/>
              <a:cs typeface="+mj-cs"/>
            </a:endParaRPr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3842E8BA-3505-824E-239F-91CDB65A9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0747" y="3429000"/>
            <a:ext cx="210840" cy="210840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9756BED-5907-69D3-53F8-1C6FD1CBA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5160" y="3429000"/>
            <a:ext cx="210840" cy="210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421AB-B0EF-B99F-310A-60008209F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82" y="1655783"/>
            <a:ext cx="2232064" cy="3968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7437F2-07E2-1EF2-A1C2-46FCAB542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888" y="1655783"/>
            <a:ext cx="2232065" cy="39681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EF0A71-B265-05AC-ED30-82DC9BBDBD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207" y="1655783"/>
            <a:ext cx="2232064" cy="396811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2011B25-8EBD-D737-5C68-2DB82E7E9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8478" y="3429000"/>
            <a:ext cx="210840" cy="210840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C10BCEE6-BAD0-75E9-3A3C-9E98D9BC6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383" y="5816283"/>
            <a:ext cx="2232063" cy="285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2B94C45-8845-A679-0B1F-777968EFBAAF}"/>
              </a:ext>
            </a:extLst>
          </p:cNvPr>
          <p:cNvSpPr/>
          <p:nvPr/>
        </p:nvSpPr>
        <p:spPr>
          <a:xfrm>
            <a:off x="740925" y="6201728"/>
            <a:ext cx="1576710" cy="4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Screen</a:t>
            </a:r>
            <a:endParaRPr lang="en-US" sz="1350" dirty="0"/>
          </a:p>
        </p:txBody>
      </p:sp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F671A7E0-2457-5C94-9A87-25A6C67EDC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7888" y="5813997"/>
            <a:ext cx="2203067" cy="281575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DA39D2BE-8BC0-D2D7-F0FB-722769273CCD}"/>
              </a:ext>
            </a:extLst>
          </p:cNvPr>
          <p:cNvSpPr/>
          <p:nvPr/>
        </p:nvSpPr>
        <p:spPr>
          <a:xfrm>
            <a:off x="4059412" y="6171147"/>
            <a:ext cx="804809" cy="15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Login</a:t>
            </a:r>
            <a:endParaRPr lang="en-US" sz="1350" dirty="0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A8C01E7E-4BE1-8288-3077-EAD5439C3F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207" y="5813997"/>
            <a:ext cx="2203067" cy="281575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22A602F3-F893-62DB-2AC3-14FD36253705}"/>
              </a:ext>
            </a:extLst>
          </p:cNvPr>
          <p:cNvSpPr/>
          <p:nvPr/>
        </p:nvSpPr>
        <p:spPr>
          <a:xfrm>
            <a:off x="7118665" y="6101711"/>
            <a:ext cx="804809" cy="15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Game Interface </a:t>
            </a:r>
            <a:endParaRPr lang="en-US" sz="13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87D9868-F18B-08FB-21E2-73C13198E98B}"/>
              </a:ext>
            </a:extLst>
          </p:cNvPr>
          <p:cNvSpPr/>
          <p:nvPr/>
        </p:nvSpPr>
        <p:spPr>
          <a:xfrm>
            <a:off x="10375974" y="6102977"/>
            <a:ext cx="1075101" cy="16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Score card </a:t>
            </a:r>
          </a:p>
        </p:txBody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F6B56FD6-9639-4985-7867-F9B8A0A534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550" y="5778483"/>
            <a:ext cx="2203067" cy="281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428627-5F5E-A983-A8D4-B1AE8B342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823" y="1655783"/>
            <a:ext cx="2232064" cy="396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4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6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4149-6EB0-D8F8-344D-1F54FD01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2990FD1F-384A-7F84-9B77-7F81D3FAD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24" y="4366780"/>
            <a:ext cx="2460484" cy="1400877"/>
          </a:xfrm>
          <a:prstGeom prst="rect">
            <a:avLst/>
          </a:prstGeom>
        </p:spPr>
      </p:pic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207A5B58-78C3-DEAA-6026-3EBB7AF90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3" y="4366781"/>
            <a:ext cx="2460484" cy="1400877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4601C3D-A40F-EC81-5CE0-8F396476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560" y="2749905"/>
            <a:ext cx="2460484" cy="1400877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815AD0F8-8576-96ED-904B-96DE85DE0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192" y="2749905"/>
            <a:ext cx="2460484" cy="1400877"/>
          </a:xfrm>
          <a:prstGeom prst="rect">
            <a:avLst/>
          </a:prstGeom>
        </p:spPr>
      </p:pic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715F2A93-9CCD-30E1-BC3B-FAF035C1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24" y="2749905"/>
            <a:ext cx="2460484" cy="1400877"/>
          </a:xfrm>
          <a:prstGeom prst="rect">
            <a:avLst/>
          </a:prstGeom>
        </p:spPr>
      </p:pic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5743C73A-9125-5C2E-E0C4-62E3F719A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6" y="2749905"/>
            <a:ext cx="2460484" cy="14008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5BA8AA-8308-4FB3-8646-9642A8ED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50" y="306038"/>
            <a:ext cx="10074309" cy="666083"/>
          </a:xfrm>
        </p:spPr>
        <p:txBody>
          <a:bodyPr lIns="0" tIns="0" rIns="0" bIns="0" anchor="b"/>
          <a:lstStyle/>
          <a:p>
            <a:pPr fontAlgn="t"/>
            <a:r>
              <a:rPr lang="en-IN" sz="3200" b="1" dirty="0">
                <a:solidFill>
                  <a:srgbClr val="000000"/>
                </a:solidFill>
                <a:latin typeface="+mj-lt"/>
                <a:cs typeface="+mj-cs"/>
              </a:rPr>
              <a:t>Customised Response | Success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44AA408-D897-A450-9A7A-6867B56F276D}"/>
              </a:ext>
            </a:extLst>
          </p:cNvPr>
          <p:cNvSpPr txBox="1">
            <a:spLocks/>
          </p:cNvSpPr>
          <p:nvPr/>
        </p:nvSpPr>
        <p:spPr>
          <a:xfrm>
            <a:off x="352425" y="300608"/>
            <a:ext cx="7618383" cy="609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sz="2600" b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endParaRPr kumimoji="0" lang="en-US" sz="180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+mn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516FB7-4C85-6E33-64AD-93B23C116873}"/>
              </a:ext>
            </a:extLst>
          </p:cNvPr>
          <p:cNvSpPr/>
          <p:nvPr/>
        </p:nvSpPr>
        <p:spPr>
          <a:xfrm>
            <a:off x="352425" y="1218701"/>
            <a:ext cx="11549523" cy="84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Upon completing a puzzle, players receive a rotating congratulatory message that reinforces the daily habit, celebrates the win, and bridges back to the TOI reading experience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F1693E1-731F-0939-135F-90D5497EB6FA}"/>
              </a:ext>
            </a:extLst>
          </p:cNvPr>
          <p:cNvSpPr/>
          <p:nvPr/>
        </p:nvSpPr>
        <p:spPr>
          <a:xfrm>
            <a:off x="707589" y="2750011"/>
            <a:ext cx="2354218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"Great flip! Another one lands tomorrow. Until then, enjoy the rest of today's TOI."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9C89362-9711-AE63-6571-423843264609}"/>
              </a:ext>
            </a:extLst>
          </p:cNvPr>
          <p:cNvSpPr/>
          <p:nvPr/>
        </p:nvSpPr>
        <p:spPr>
          <a:xfrm>
            <a:off x="3495255" y="2749905"/>
            <a:ext cx="2245621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"Well, played! A fresh flip awaits tomorrow. For now, let's get back to today's TOI."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C3C6603-0D29-4691-9218-1F47658CE74C}"/>
              </a:ext>
            </a:extLst>
          </p:cNvPr>
          <p:cNvSpPr/>
          <p:nvPr/>
        </p:nvSpPr>
        <p:spPr>
          <a:xfrm>
            <a:off x="6228623" y="2749905"/>
            <a:ext cx="2245621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"Nice work! Tomorrow brings a new challenge. Until then, read through today's TOI."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30D70B4-DB08-2A1D-DEB9-9810CDECC251}"/>
              </a:ext>
            </a:extLst>
          </p:cNvPr>
          <p:cNvSpPr/>
          <p:nvPr/>
        </p:nvSpPr>
        <p:spPr>
          <a:xfrm>
            <a:off x="8961991" y="2749905"/>
            <a:ext cx="2245621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"Smooth finish! Another puzzle drops tomorrow. Meanwhile, dive back into today's TOI."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0A2DC44-4466-C134-7D90-ABCE561EE4F5}"/>
              </a:ext>
            </a:extLst>
          </p:cNvPr>
          <p:cNvSpPr/>
          <p:nvPr/>
        </p:nvSpPr>
        <p:spPr>
          <a:xfrm>
            <a:off x="708754" y="4366781"/>
            <a:ext cx="2245621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"You aced it! Come back for tomorrow's flip. Until then, carry on with today's reading."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161B9C21-2784-B3AA-A5D8-0C60A0374808}"/>
              </a:ext>
            </a:extLst>
          </p:cNvPr>
          <p:cNvSpPr/>
          <p:nvPr/>
        </p:nvSpPr>
        <p:spPr>
          <a:xfrm>
            <a:off x="3495254" y="4366447"/>
            <a:ext cx="2245621" cy="109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Libre Baskerville Bold" pitchFamily="34" charset="-122"/>
                <a:cs typeface="Libre Baskerville Bold" pitchFamily="34" charset="-120"/>
              </a:rPr>
              <a:t>"Flip mastered! A new one arrives tomorrow. For now, enjoy the rest of today's newspaper."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F65213D-D46B-461D-D3E0-A128D5089405}"/>
              </a:ext>
            </a:extLst>
          </p:cNvPr>
          <p:cNvSpPr/>
          <p:nvPr/>
        </p:nvSpPr>
        <p:spPr>
          <a:xfrm>
            <a:off x="4618066" y="2055489"/>
            <a:ext cx="2460484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Text on Rotation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7689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C6EB-E9F9-E9D5-6B98-A892136A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C7EA-D128-34C7-9E42-82AF8999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50" y="306038"/>
            <a:ext cx="10074309" cy="666083"/>
          </a:xfrm>
        </p:spPr>
        <p:txBody>
          <a:bodyPr lIns="0" tIns="0" rIns="0" bIns="0" anchor="b"/>
          <a:lstStyle/>
          <a:p>
            <a:pPr fontAlgn="t"/>
            <a:r>
              <a:rPr lang="en-US" sz="3200" b="1" dirty="0">
                <a:solidFill>
                  <a:srgbClr val="000000"/>
                </a:solidFill>
                <a:latin typeface="+mj-lt"/>
                <a:cs typeface="+mj-cs"/>
              </a:rPr>
              <a:t>Web App | Time Out Screen- UI</a:t>
            </a:r>
            <a:endParaRPr lang="en-IN" sz="3200" b="1" dirty="0">
              <a:solidFill>
                <a:srgbClr val="000000"/>
              </a:solidFill>
              <a:latin typeface="+mj-lt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ED25ED-EAB0-E563-F54D-B658AA13E581}"/>
              </a:ext>
            </a:extLst>
          </p:cNvPr>
          <p:cNvGrpSpPr/>
          <p:nvPr/>
        </p:nvGrpSpPr>
        <p:grpSpPr>
          <a:xfrm>
            <a:off x="4045200" y="1392328"/>
            <a:ext cx="2783303" cy="4905233"/>
            <a:chOff x="8368558" y="1102496"/>
            <a:chExt cx="2923006" cy="54494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0C5473-8E5F-C047-C58A-61C76EB51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66" r="3166"/>
            <a:stretch/>
          </p:blipFill>
          <p:spPr>
            <a:xfrm>
              <a:off x="8368558" y="1102496"/>
              <a:ext cx="2923006" cy="544946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9E343A-7B11-C4BF-04B9-87405A0E9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36" b="86127"/>
            <a:stretch>
              <a:fillRect/>
            </a:stretch>
          </p:blipFill>
          <p:spPr>
            <a:xfrm>
              <a:off x="8368558" y="1223173"/>
              <a:ext cx="2820128" cy="666083"/>
            </a:xfrm>
            <a:prstGeom prst="rect">
              <a:avLst/>
            </a:prstGeom>
            <a:ln w="1905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9184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1E9E-3100-15F7-6737-7A6DBAA3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3183-7145-FD65-3432-3C3E6D2F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50" y="306038"/>
            <a:ext cx="10074309" cy="666083"/>
          </a:xfrm>
        </p:spPr>
        <p:txBody>
          <a:bodyPr lIns="0" tIns="0" rIns="0" bIns="0" anchor="b"/>
          <a:lstStyle/>
          <a:p>
            <a:pPr fontAlgn="t"/>
            <a:r>
              <a:rPr lang="en-IN" sz="3200" b="1" dirty="0">
                <a:solidFill>
                  <a:srgbClr val="000000"/>
                </a:solidFill>
                <a:latin typeface="+mj-lt"/>
                <a:cs typeface="+mj-cs"/>
              </a:rPr>
              <a:t>Customised Response | Unsuccessful  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909EE08-0EFF-9846-D098-F91BC255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363" y="2125394"/>
            <a:ext cx="2460484" cy="1400877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F0638135-2462-DDDF-19E8-DF64D646ADCA}"/>
              </a:ext>
            </a:extLst>
          </p:cNvPr>
          <p:cNvSpPr/>
          <p:nvPr/>
        </p:nvSpPr>
        <p:spPr>
          <a:xfrm>
            <a:off x="2671928" y="2186577"/>
            <a:ext cx="2157353" cy="9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ea typeface="Libre Baskerville Bold" pitchFamily="34" charset="-122"/>
                <a:cs typeface="Libre Baskerville Bold" pitchFamily="34" charset="-120"/>
              </a:rPr>
              <a:t>"Oops! This flip flopped. Try again tomorrow. Now go catch up on the rest of today's TOI."</a:t>
            </a:r>
            <a:endParaRPr lang="en-US" sz="15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58D8112-DE39-CE2A-22B9-3EFE5892C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672" y="2146110"/>
            <a:ext cx="2460578" cy="140087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1B24816-CB9E-2300-E881-1FE553F66332}"/>
              </a:ext>
            </a:extLst>
          </p:cNvPr>
          <p:cNvSpPr/>
          <p:nvPr/>
        </p:nvSpPr>
        <p:spPr>
          <a:xfrm>
            <a:off x="5418261" y="2302349"/>
            <a:ext cx="2192215" cy="69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ea typeface="Libre Baskerville Bold" pitchFamily="34" charset="-122"/>
                <a:cs typeface="Libre Baskerville Bold" pitchFamily="34" charset="-120"/>
              </a:rPr>
              <a:t>"This flip slipped away… but the rest of today's TOI is waiting for you."</a:t>
            </a:r>
            <a:endParaRPr lang="en-US" sz="15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40DA8B9C-3016-D9A8-CA44-1CA486FB4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075" y="2146110"/>
            <a:ext cx="2460484" cy="1400877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849FD30E-59D4-18F8-3DA4-DB54FD0A30DA}"/>
              </a:ext>
            </a:extLst>
          </p:cNvPr>
          <p:cNvSpPr/>
          <p:nvPr/>
        </p:nvSpPr>
        <p:spPr>
          <a:xfrm>
            <a:off x="8099502" y="2302348"/>
            <a:ext cx="2295630" cy="69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ea typeface="Libre Baskerville Bold" pitchFamily="34" charset="-122"/>
                <a:cs typeface="Libre Baskerville Bold" pitchFamily="34" charset="-120"/>
              </a:rPr>
              <a:t>"The puzzle dodged you today — turn the page and keep reading the TOI."</a:t>
            </a:r>
            <a:endParaRPr lang="en-US" sz="15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4BF25772-E210-F7A7-3E95-3DB58C4CE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363" y="3896467"/>
            <a:ext cx="2460578" cy="1400877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CB28E1B0-785A-4FC3-4C18-CAEC60FA704D}"/>
              </a:ext>
            </a:extLst>
          </p:cNvPr>
          <p:cNvSpPr/>
          <p:nvPr/>
        </p:nvSpPr>
        <p:spPr>
          <a:xfrm>
            <a:off x="2596147" y="3938837"/>
            <a:ext cx="2308914" cy="9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ea typeface="Libre Baskerville Bold" pitchFamily="34" charset="-122"/>
                <a:cs typeface="Libre Baskerville Bold" pitchFamily="34" charset="-120"/>
              </a:rPr>
              <a:t>"Your brain fought bravely; the puzzle fought harder. Time to dive back into today's TOI."</a:t>
            </a:r>
            <a:endParaRPr lang="en-US" sz="15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F426F37-2167-832C-0043-1D1D6C114C9B}"/>
              </a:ext>
            </a:extLst>
          </p:cNvPr>
          <p:cNvSpPr/>
          <p:nvPr/>
        </p:nvSpPr>
        <p:spPr>
          <a:xfrm>
            <a:off x="4577933" y="5591923"/>
            <a:ext cx="9070202" cy="231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63D28EB7-E5A6-1F0C-7A6C-FBB83016B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081" y="3855733"/>
            <a:ext cx="2460578" cy="1400877"/>
          </a:xfrm>
          <a:prstGeom prst="rect">
            <a:avLst/>
          </a:prstGeom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2567756C-781E-7413-E866-8AA7F0219FF1}"/>
              </a:ext>
            </a:extLst>
          </p:cNvPr>
          <p:cNvSpPr/>
          <p:nvPr/>
        </p:nvSpPr>
        <p:spPr>
          <a:xfrm>
            <a:off x="5398381" y="3915243"/>
            <a:ext cx="2231977" cy="92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00" dirty="0">
                <a:solidFill>
                  <a:srgbClr val="000000"/>
                </a:solidFill>
                <a:ea typeface="Libre Baskerville Bold" pitchFamily="34" charset="-122"/>
                <a:cs typeface="Libre Baskerville Bold" pitchFamily="34" charset="-120"/>
              </a:rPr>
              <a:t>"This one slipped away… but tomorrow is another flip. Go on, continue reading your newspaper."</a:t>
            </a:r>
            <a:endParaRPr lang="en-US" sz="1500" dirty="0"/>
          </a:p>
          <a:p>
            <a:pPr marL="0" indent="0" algn="l">
              <a:lnSpc>
                <a:spcPts val="2300"/>
              </a:lnSpc>
              <a:buNone/>
            </a:pPr>
            <a:endParaRPr lang="en-US" sz="15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27E6D657-6820-CCCE-45B8-E814C4929E8B}"/>
              </a:ext>
            </a:extLst>
          </p:cNvPr>
          <p:cNvSpPr/>
          <p:nvPr/>
        </p:nvSpPr>
        <p:spPr>
          <a:xfrm>
            <a:off x="5149992" y="1558054"/>
            <a:ext cx="2460484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Text on Rotation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8987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4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Bell MT</vt:lpstr>
      <vt:lpstr>Calibri</vt:lpstr>
      <vt:lpstr>Calibri Light</vt:lpstr>
      <vt:lpstr>Inter Bold</vt:lpstr>
      <vt:lpstr>Libre Baskerville Bold</vt:lpstr>
      <vt:lpstr>Office Theme</vt:lpstr>
      <vt:lpstr>Web App | UI</vt:lpstr>
      <vt:lpstr>Customised Response | Success </vt:lpstr>
      <vt:lpstr>Web App | Time Out Screen- UI</vt:lpstr>
      <vt:lpstr>Customised Response | Unsuccessful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Sherin Varghese</dc:creator>
  <cp:lastModifiedBy>Sherin Varghese</cp:lastModifiedBy>
  <cp:revision>1</cp:revision>
  <dcterms:created xsi:type="dcterms:W3CDTF">2026-04-19T16:51:49Z</dcterms:created>
  <dcterms:modified xsi:type="dcterms:W3CDTF">2026-04-19T16:52:29Z</dcterms:modified>
</cp:coreProperties>
</file>